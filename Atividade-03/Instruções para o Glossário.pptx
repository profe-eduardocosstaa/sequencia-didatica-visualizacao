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07FB0-8CBF-409C-8D41-3C7C457BAA3D}" v="5" dt="2026-02-15T20:19:0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98" y="30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 C" userId="3a443a10a3e74642" providerId="LiveId" clId="{D533E3F0-02F0-42C8-B74A-429A8ABDBCF5}"/>
    <pc:docChg chg="custSel addSld delSld modSld sldOrd modMainMaster">
      <pc:chgData name="EV C" userId="3a443a10a3e74642" providerId="LiveId" clId="{D533E3F0-02F0-42C8-B74A-429A8ABDBCF5}" dt="2026-02-16T19:51:28.784" v="1093" actId="47"/>
      <pc:docMkLst>
        <pc:docMk/>
      </pc:docMkLst>
      <pc:sldChg chg="del">
        <pc:chgData name="EV C" userId="3a443a10a3e74642" providerId="LiveId" clId="{D533E3F0-02F0-42C8-B74A-429A8ABDBCF5}" dt="2026-02-16T19:51:17.924" v="1071" actId="47"/>
        <pc:sldMkLst>
          <pc:docMk/>
          <pc:sldMk cId="4223333735" sldId="256"/>
        </pc:sldMkLst>
      </pc:sldChg>
      <pc:sldChg chg="del">
        <pc:chgData name="EV C" userId="3a443a10a3e74642" providerId="LiveId" clId="{D533E3F0-02F0-42C8-B74A-429A8ABDBCF5}" dt="2026-02-16T19:51:19.144" v="1073" actId="47"/>
        <pc:sldMkLst>
          <pc:docMk/>
          <pc:sldMk cId="764865042" sldId="257"/>
        </pc:sldMkLst>
      </pc:sldChg>
      <pc:sldChg chg="del">
        <pc:chgData name="EV C" userId="3a443a10a3e74642" providerId="LiveId" clId="{D533E3F0-02F0-42C8-B74A-429A8ABDBCF5}" dt="2026-02-16T19:51:18.564" v="1072" actId="47"/>
        <pc:sldMkLst>
          <pc:docMk/>
          <pc:sldMk cId="897962722" sldId="258"/>
        </pc:sldMkLst>
      </pc:sldChg>
      <pc:sldChg chg="del">
        <pc:chgData name="EV C" userId="3a443a10a3e74642" providerId="LiveId" clId="{D533E3F0-02F0-42C8-B74A-429A8ABDBCF5}" dt="2026-02-16T19:51:19.705" v="1074" actId="47"/>
        <pc:sldMkLst>
          <pc:docMk/>
          <pc:sldMk cId="4140380951" sldId="259"/>
        </pc:sldMkLst>
      </pc:sldChg>
      <pc:sldChg chg="del">
        <pc:chgData name="EV C" userId="3a443a10a3e74642" providerId="LiveId" clId="{D533E3F0-02F0-42C8-B74A-429A8ABDBCF5}" dt="2026-02-16T19:51:20.251" v="1075" actId="47"/>
        <pc:sldMkLst>
          <pc:docMk/>
          <pc:sldMk cId="1642598248" sldId="260"/>
        </pc:sldMkLst>
      </pc:sldChg>
      <pc:sldChg chg="del">
        <pc:chgData name="EV C" userId="3a443a10a3e74642" providerId="LiveId" clId="{D533E3F0-02F0-42C8-B74A-429A8ABDBCF5}" dt="2026-02-16T19:51:20.764" v="1076" actId="47"/>
        <pc:sldMkLst>
          <pc:docMk/>
          <pc:sldMk cId="184150196" sldId="261"/>
        </pc:sldMkLst>
      </pc:sldChg>
      <pc:sldChg chg="del">
        <pc:chgData name="EV C" userId="3a443a10a3e74642" providerId="LiveId" clId="{D533E3F0-02F0-42C8-B74A-429A8ABDBCF5}" dt="2026-02-16T19:51:21.757" v="1078" actId="47"/>
        <pc:sldMkLst>
          <pc:docMk/>
          <pc:sldMk cId="2384751729" sldId="262"/>
        </pc:sldMkLst>
      </pc:sldChg>
      <pc:sldChg chg="del">
        <pc:chgData name="EV C" userId="3a443a10a3e74642" providerId="LiveId" clId="{D533E3F0-02F0-42C8-B74A-429A8ABDBCF5}" dt="2026-02-16T19:51:22.672" v="1080" actId="47"/>
        <pc:sldMkLst>
          <pc:docMk/>
          <pc:sldMk cId="32132755" sldId="263"/>
        </pc:sldMkLst>
      </pc:sldChg>
      <pc:sldChg chg="del">
        <pc:chgData name="EV C" userId="3a443a10a3e74642" providerId="LiveId" clId="{D533E3F0-02F0-42C8-B74A-429A8ABDBCF5}" dt="2026-02-16T19:51:23.595" v="1082" actId="47"/>
        <pc:sldMkLst>
          <pc:docMk/>
          <pc:sldMk cId="3652293519" sldId="264"/>
        </pc:sldMkLst>
      </pc:sldChg>
      <pc:sldChg chg="del">
        <pc:chgData name="EV C" userId="3a443a10a3e74642" providerId="LiveId" clId="{D533E3F0-02F0-42C8-B74A-429A8ABDBCF5}" dt="2026-02-16T19:51:24.531" v="1084" actId="47"/>
        <pc:sldMkLst>
          <pc:docMk/>
          <pc:sldMk cId="3488399014" sldId="265"/>
        </pc:sldMkLst>
      </pc:sldChg>
      <pc:sldChg chg="del">
        <pc:chgData name="EV C" userId="3a443a10a3e74642" providerId="LiveId" clId="{D533E3F0-02F0-42C8-B74A-429A8ABDBCF5}" dt="2026-02-16T19:51:25.425" v="1086" actId="47"/>
        <pc:sldMkLst>
          <pc:docMk/>
          <pc:sldMk cId="1270964238" sldId="266"/>
        </pc:sldMkLst>
      </pc:sldChg>
      <pc:sldChg chg="del">
        <pc:chgData name="EV C" userId="3a443a10a3e74642" providerId="LiveId" clId="{D533E3F0-02F0-42C8-B74A-429A8ABDBCF5}" dt="2026-02-16T19:51:21.285" v="1077" actId="47"/>
        <pc:sldMkLst>
          <pc:docMk/>
          <pc:sldMk cId="427480652" sldId="267"/>
        </pc:sldMkLst>
      </pc:sldChg>
      <pc:sldChg chg="del">
        <pc:chgData name="EV C" userId="3a443a10a3e74642" providerId="LiveId" clId="{D533E3F0-02F0-42C8-B74A-429A8ABDBCF5}" dt="2026-02-16T19:51:22.221" v="1079" actId="47"/>
        <pc:sldMkLst>
          <pc:docMk/>
          <pc:sldMk cId="2989337843" sldId="268"/>
        </pc:sldMkLst>
      </pc:sldChg>
      <pc:sldChg chg="del">
        <pc:chgData name="EV C" userId="3a443a10a3e74642" providerId="LiveId" clId="{D533E3F0-02F0-42C8-B74A-429A8ABDBCF5}" dt="2026-02-16T19:51:23.132" v="1081" actId="47"/>
        <pc:sldMkLst>
          <pc:docMk/>
          <pc:sldMk cId="2661006317" sldId="269"/>
        </pc:sldMkLst>
      </pc:sldChg>
      <pc:sldChg chg="del">
        <pc:chgData name="EV C" userId="3a443a10a3e74642" providerId="LiveId" clId="{D533E3F0-02F0-42C8-B74A-429A8ABDBCF5}" dt="2026-02-16T19:51:24.045" v="1083" actId="47"/>
        <pc:sldMkLst>
          <pc:docMk/>
          <pc:sldMk cId="526773001" sldId="270"/>
        </pc:sldMkLst>
      </pc:sldChg>
      <pc:sldChg chg="del">
        <pc:chgData name="EV C" userId="3a443a10a3e74642" providerId="LiveId" clId="{D533E3F0-02F0-42C8-B74A-429A8ABDBCF5}" dt="2026-02-16T19:51:24.979" v="1085" actId="47"/>
        <pc:sldMkLst>
          <pc:docMk/>
          <pc:sldMk cId="3125415534" sldId="271"/>
        </pc:sldMkLst>
      </pc:sldChg>
      <pc:sldChg chg="modSp mod ord modTransition">
        <pc:chgData name="EV C" userId="3a443a10a3e74642" providerId="LiveId" clId="{D533E3F0-02F0-42C8-B74A-429A8ABDBCF5}" dt="2026-02-16T19:50:58.007" v="1070" actId="20577"/>
        <pc:sldMkLst>
          <pc:docMk/>
          <pc:sldMk cId="800387234" sldId="272"/>
        </pc:sldMkLst>
        <pc:spChg chg="mod">
          <ac:chgData name="EV C" userId="3a443a10a3e74642" providerId="LiveId" clId="{D533E3F0-02F0-42C8-B74A-429A8ABDBCF5}" dt="2026-02-16T19:45:24.772" v="275" actId="20577"/>
          <ac:spMkLst>
            <pc:docMk/>
            <pc:sldMk cId="800387234" sldId="272"/>
            <ac:spMk id="2" creationId="{0EAB2CDF-DDF6-90EE-B46B-322F6ED5F991}"/>
          </ac:spMkLst>
        </pc:spChg>
        <pc:spChg chg="mod">
          <ac:chgData name="EV C" userId="3a443a10a3e74642" providerId="LiveId" clId="{D533E3F0-02F0-42C8-B74A-429A8ABDBCF5}" dt="2026-02-16T19:50:58.007" v="1070" actId="20577"/>
          <ac:spMkLst>
            <pc:docMk/>
            <pc:sldMk cId="800387234" sldId="272"/>
            <ac:spMk id="3" creationId="{75DA870C-065B-E42E-49AF-82EA522A9F3D}"/>
          </ac:spMkLst>
        </pc:spChg>
      </pc:sldChg>
      <pc:sldChg chg="del">
        <pc:chgData name="EV C" userId="3a443a10a3e74642" providerId="LiveId" clId="{D533E3F0-02F0-42C8-B74A-429A8ABDBCF5}" dt="2026-02-16T19:51:26.041" v="1087" actId="47"/>
        <pc:sldMkLst>
          <pc:docMk/>
          <pc:sldMk cId="2409777663" sldId="273"/>
        </pc:sldMkLst>
      </pc:sldChg>
      <pc:sldChg chg="del">
        <pc:chgData name="EV C" userId="3a443a10a3e74642" providerId="LiveId" clId="{D533E3F0-02F0-42C8-B74A-429A8ABDBCF5}" dt="2026-02-16T19:51:26.506" v="1088" actId="47"/>
        <pc:sldMkLst>
          <pc:docMk/>
          <pc:sldMk cId="270593757" sldId="274"/>
        </pc:sldMkLst>
      </pc:sldChg>
      <pc:sldChg chg="del">
        <pc:chgData name="EV C" userId="3a443a10a3e74642" providerId="LiveId" clId="{D533E3F0-02F0-42C8-B74A-429A8ABDBCF5}" dt="2026-02-16T19:51:26.956" v="1089" actId="47"/>
        <pc:sldMkLst>
          <pc:docMk/>
          <pc:sldMk cId="4257302932" sldId="275"/>
        </pc:sldMkLst>
      </pc:sldChg>
      <pc:sldChg chg="del">
        <pc:chgData name="EV C" userId="3a443a10a3e74642" providerId="LiveId" clId="{D533E3F0-02F0-42C8-B74A-429A8ABDBCF5}" dt="2026-02-16T19:51:27.874" v="1091" actId="47"/>
        <pc:sldMkLst>
          <pc:docMk/>
          <pc:sldMk cId="901798063" sldId="276"/>
        </pc:sldMkLst>
      </pc:sldChg>
      <pc:sldChg chg="del">
        <pc:chgData name="EV C" userId="3a443a10a3e74642" providerId="LiveId" clId="{D533E3F0-02F0-42C8-B74A-429A8ABDBCF5}" dt="2026-02-16T19:51:27.417" v="1090" actId="47"/>
        <pc:sldMkLst>
          <pc:docMk/>
          <pc:sldMk cId="2393192167" sldId="277"/>
        </pc:sldMkLst>
      </pc:sldChg>
      <pc:sldChg chg="del">
        <pc:chgData name="EV C" userId="3a443a10a3e74642" providerId="LiveId" clId="{D533E3F0-02F0-42C8-B74A-429A8ABDBCF5}" dt="2026-02-16T19:51:28.784" v="1093" actId="47"/>
        <pc:sldMkLst>
          <pc:docMk/>
          <pc:sldMk cId="861974060" sldId="278"/>
        </pc:sldMkLst>
      </pc:sldChg>
      <pc:sldChg chg="del">
        <pc:chgData name="EV C" userId="3a443a10a3e74642" providerId="LiveId" clId="{D533E3F0-02F0-42C8-B74A-429A8ABDBCF5}" dt="2026-02-16T19:51:28.314" v="1092" actId="47"/>
        <pc:sldMkLst>
          <pc:docMk/>
          <pc:sldMk cId="561538388" sldId="279"/>
        </pc:sldMkLst>
      </pc:sldChg>
      <pc:sldChg chg="addSp delSp modSp new del mod">
        <pc:chgData name="EV C" userId="3a443a10a3e74642" providerId="LiveId" clId="{D533E3F0-02F0-42C8-B74A-429A8ABDBCF5}" dt="2026-02-16T19:17:13.442" v="231" actId="47"/>
        <pc:sldMkLst>
          <pc:docMk/>
          <pc:sldMk cId="312923283" sldId="280"/>
        </pc:sldMkLst>
        <pc:spChg chg="del">
          <ac:chgData name="EV C" userId="3a443a10a3e74642" providerId="LiveId" clId="{D533E3F0-02F0-42C8-B74A-429A8ABDBCF5}" dt="2026-02-15T20:10:34.087" v="147" actId="478"/>
          <ac:spMkLst>
            <pc:docMk/>
            <pc:sldMk cId="312923283" sldId="280"/>
            <ac:spMk id="2" creationId="{9B4825CE-F3BF-2754-2D4D-809D4ADE9F00}"/>
          </ac:spMkLst>
        </pc:spChg>
        <pc:spChg chg="del">
          <ac:chgData name="EV C" userId="3a443a10a3e74642" providerId="LiveId" clId="{D533E3F0-02F0-42C8-B74A-429A8ABDBCF5}" dt="2026-02-15T20:10:35.579" v="148" actId="478"/>
          <ac:spMkLst>
            <pc:docMk/>
            <pc:sldMk cId="312923283" sldId="280"/>
            <ac:spMk id="3" creationId="{93AA3347-C5B4-8AA8-C134-220A5C8635D8}"/>
          </ac:spMkLst>
        </pc:spChg>
        <pc:spChg chg="add del mod">
          <ac:chgData name="EV C" userId="3a443a10a3e74642" providerId="LiveId" clId="{D533E3F0-02F0-42C8-B74A-429A8ABDBCF5}" dt="2026-02-15T20:14:46.085" v="182" actId="478"/>
          <ac:spMkLst>
            <pc:docMk/>
            <pc:sldMk cId="312923283" sldId="280"/>
            <ac:spMk id="8" creationId="{D578F964-F0D2-B2F4-C31A-6C698CE723D8}"/>
          </ac:spMkLst>
        </pc:spChg>
        <pc:spChg chg="add mod">
          <ac:chgData name="EV C" userId="3a443a10a3e74642" providerId="LiveId" clId="{D533E3F0-02F0-42C8-B74A-429A8ABDBCF5}" dt="2026-02-15T20:16:00.666" v="188" actId="164"/>
          <ac:spMkLst>
            <pc:docMk/>
            <pc:sldMk cId="312923283" sldId="280"/>
            <ac:spMk id="9" creationId="{FA0FBAC2-2204-F2A2-20E4-F27171F5B14F}"/>
          </ac:spMkLst>
        </pc:spChg>
        <pc:spChg chg="add mod">
          <ac:chgData name="EV C" userId="3a443a10a3e74642" providerId="LiveId" clId="{D533E3F0-02F0-42C8-B74A-429A8ABDBCF5}" dt="2026-02-15T20:17:56.260" v="213" actId="1076"/>
          <ac:spMkLst>
            <pc:docMk/>
            <pc:sldMk cId="312923283" sldId="280"/>
            <ac:spMk id="10" creationId="{067F4167-BA74-04EC-7572-46F333D27C95}"/>
          </ac:spMkLst>
        </pc:spChg>
        <pc:spChg chg="add mod">
          <ac:chgData name="EV C" userId="3a443a10a3e74642" providerId="LiveId" clId="{D533E3F0-02F0-42C8-B74A-429A8ABDBCF5}" dt="2026-02-15T20:18:05.108" v="214" actId="1076"/>
          <ac:spMkLst>
            <pc:docMk/>
            <pc:sldMk cId="312923283" sldId="280"/>
            <ac:spMk id="12" creationId="{5795F2BB-3B31-08B2-BED5-C2F13A4877AC}"/>
          </ac:spMkLst>
        </pc:spChg>
        <pc:spChg chg="add mod">
          <ac:chgData name="EV C" userId="3a443a10a3e74642" providerId="LiveId" clId="{D533E3F0-02F0-42C8-B74A-429A8ABDBCF5}" dt="2026-02-15T20:19:04.448" v="226" actId="1076"/>
          <ac:spMkLst>
            <pc:docMk/>
            <pc:sldMk cId="312923283" sldId="280"/>
            <ac:spMk id="13" creationId="{8C8E4579-D59A-6A72-489E-4D261C0CB509}"/>
          </ac:spMkLst>
        </pc:spChg>
        <pc:spChg chg="add mod">
          <ac:chgData name="EV C" userId="3a443a10a3e74642" providerId="LiveId" clId="{D533E3F0-02F0-42C8-B74A-429A8ABDBCF5}" dt="2026-02-15T20:19:19.417" v="230" actId="20577"/>
          <ac:spMkLst>
            <pc:docMk/>
            <pc:sldMk cId="312923283" sldId="280"/>
            <ac:spMk id="14" creationId="{AAB2CC9A-7A56-3BDC-BE31-BE99151472CF}"/>
          </ac:spMkLst>
        </pc:spChg>
        <pc:grpChg chg="add mod">
          <ac:chgData name="EV C" userId="3a443a10a3e74642" providerId="LiveId" clId="{D533E3F0-02F0-42C8-B74A-429A8ABDBCF5}" dt="2026-02-15T20:16:04.747" v="204" actId="1038"/>
          <ac:grpSpMkLst>
            <pc:docMk/>
            <pc:sldMk cId="312923283" sldId="280"/>
            <ac:grpSpMk id="11" creationId="{834BAD0E-1C89-81BE-A89A-92D7F25737A9}"/>
          </ac:grpSpMkLst>
        </pc:grpChg>
        <pc:picChg chg="add mod">
          <ac:chgData name="EV C" userId="3a443a10a3e74642" providerId="LiveId" clId="{D533E3F0-02F0-42C8-B74A-429A8ABDBCF5}" dt="2026-02-15T20:16:00.666" v="188" actId="164"/>
          <ac:picMkLst>
            <pc:docMk/>
            <pc:sldMk cId="312923283" sldId="280"/>
            <ac:picMk id="5" creationId="{115BB187-65B8-B0C4-3D8C-6C2B76ED2C40}"/>
          </ac:picMkLst>
        </pc:picChg>
        <pc:picChg chg="add mod">
          <ac:chgData name="EV C" userId="3a443a10a3e74642" providerId="LiveId" clId="{D533E3F0-02F0-42C8-B74A-429A8ABDBCF5}" dt="2026-02-15T20:15:10.995" v="185" actId="1076"/>
          <ac:picMkLst>
            <pc:docMk/>
            <pc:sldMk cId="312923283" sldId="280"/>
            <ac:picMk id="7" creationId="{11B97B02-AED8-79CE-9CF2-2992FA4A21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EA5E4-9D0D-0EEF-7997-A813A3E5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865177-3976-8215-14BB-656EC64DF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AD8CBF-5489-6E55-C376-D2FE2E78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771983-54EC-44DB-2FDD-C16E8767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BE567B-D271-7E60-0FC4-6ADCB4D3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6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94063-8335-5F56-C664-E58C72A9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7AC07F-7A37-A67E-13AF-30F91A23D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5538EB-7927-9708-A4C4-F8EDF7F1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19F1F-A36E-511E-41FB-6DA5E053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723D08-3836-9780-3D3A-F69FDA02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7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5DD45-69F4-BF23-6336-D7F2C30E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B35BD3-4E91-9DA6-CCD0-4D2BC99E7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73AA4B-14EF-04A6-5A47-B8A8B259F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1A4EB-6764-F1A2-5530-5EB7F355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8A99C2-1901-BE8A-9B6E-74D879EE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36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37B93-9AE7-89D5-C6D9-94A45332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0D2FDA-6534-F601-4D42-97E4DEBD8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F748B1-412E-19C9-5E05-489C7A03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3343F4-CADF-29AC-8521-303AEA5C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4B27EC-B048-0060-6617-F3BD86B9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7962E1-87BE-E25A-252B-41A01903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4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64974-0EAF-F662-748B-E889B7B5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2FED99-E5F3-6346-0BD8-3C9C0DE4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50CD6-DB23-4916-0726-3D49FE57D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C41EDB-D879-8270-20D1-8E68ED325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5F44C6-0FD5-4319-6F66-C0C79F2F1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14625F-8CD1-D56F-BE34-22F1FA22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5E253DC-C924-7F26-7A55-EDA7AA3B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8FE07B6-EB23-CA24-AF4E-FBC160FF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0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7D858-F817-42C1-BD43-1A4F3B39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C5B1EE-C957-28DE-B1C7-11D97FEA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575503-5ABC-4C62-0D06-8F9E5514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EDC02E-B202-9110-6A2D-0EC10A59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27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0F16389-686B-7FDF-E03F-0B36CDBD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3922205-95B1-1E7F-7F82-9299C856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992A93-F32E-81C6-5696-3DFCE30B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5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0F872-9D4B-B018-F0A0-A98F59764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05FF4-B2E0-E225-CF24-7239764B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A9C57A-1906-C59C-D130-FCBC8AF08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179822-9E1E-4F85-2DD5-AC8D910E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B5CC66-9E2E-84A8-B004-3A872F7C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8E9B80-A8E9-5CF9-428A-C3F90F48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3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07E27-0A9D-67C4-99FF-E0205F1B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B7624E9-9E2B-3FC0-0316-E402964A3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8298A2-36FC-AA25-D443-26BEB17D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E1F3ED-4454-E8C9-9DB8-D34F326D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4B6751-A873-D8D4-8482-983F3B74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EEDEA4-BA13-2E5B-1719-8897E75B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04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B98FD-C013-7A26-11E9-997EF690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B0F06C-6FF6-2168-00B1-B08AC9C9F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9ED447-31AA-7F43-96C8-E3A2B74F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49F0E4-DF08-1A9C-21DF-D2D86342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95D74A-36E8-B882-C098-C2629271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24650C-451C-0F25-2DCB-E13ECF3C5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DED5A4-E33A-0B3E-4354-930DCBA71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F5C0F-A669-5721-0DB0-72E8D843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9419D8-4611-6670-F097-1814905E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04F0FC-A5EF-0985-E54B-D100952F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2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2A07B71-AA4C-CE55-644C-29FFE555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D59ED7-51ED-1D51-26B0-F19C32537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8E0486-08E6-0788-075A-CA2C4F856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F7BA5-7EC1-4D91-A45A-98AA817D9B69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6E47F4-7AA4-02C7-44F2-8A7B355CA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7F7164-FF32-437D-86E0-5E8E9D88F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F990E-73A8-47E6-9AD0-C16F242E0F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02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B2CDF-DDF6-90EE-B46B-322F6ED5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200" dirty="0">
                <a:latin typeface="Elephant" panose="02020904090505020303" pitchFamily="18" charset="0"/>
              </a:rPr>
              <a:t>Glossário Visual de Sólidos Geométricos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DA870C-065B-E42E-49AF-82EA522A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INSTRUÇÕES: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Formem grupos de 3 a 5 estudantes;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grupo deve escolher apenas 1 sólido;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 pode repetir o mesmo sólido entre grupos da mesma turma;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centro do cartaz, desenhem o sólido escolhido e puxem setas, ao redor, escrevendo as principais informações;</a:t>
            </a:r>
          </a:p>
          <a:p>
            <a:pPr marL="514350" indent="-514350" algn="just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final, cada grupo apresenta o cartaz em 1 minuto e ele ficará exposto na sala como glossário visual.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038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1000">
        <p14:prism/>
      </p:transition>
    </mc:Choice>
    <mc:Fallback xmlns="">
      <p:transition advTm="1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Elephant</vt:lpstr>
      <vt:lpstr>Times New Roman</vt:lpstr>
      <vt:lpstr>Tema do Office</vt:lpstr>
      <vt:lpstr>Glossário Visual de Sólidos Geométricos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 C</dc:creator>
  <cp:lastModifiedBy>EV C</cp:lastModifiedBy>
  <cp:revision>3</cp:revision>
  <dcterms:created xsi:type="dcterms:W3CDTF">2025-09-22T01:34:54Z</dcterms:created>
  <dcterms:modified xsi:type="dcterms:W3CDTF">2026-02-16T19:51:35Z</dcterms:modified>
</cp:coreProperties>
</file>