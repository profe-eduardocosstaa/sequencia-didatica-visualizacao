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61C6E-87DE-D613-9813-C55176C56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5B0CD6-A95B-FEC0-9C13-DFFB1A45C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F44F9F-5A90-0444-D234-61E8E6E0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42A399-F8D6-FE0A-460A-4FC17C5C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BFC2FD-2633-68DF-C433-D971B62B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26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7C265-806F-7AD2-8291-7CB066F6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59CD20-29DE-B72C-2494-E2A178B60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ED4DE-480A-8623-0B20-9DF72F58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EE1232-02C8-BF64-5C01-7855814CB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5DC61F-71FD-679B-6F0F-7B36DB8E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69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B8471-1D0B-C42D-56CA-15D45B2B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9D680E-7ABA-539E-D561-8F42C42B8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779FDB-6E4A-0E39-2467-20B5B642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E21D6A-5F43-8C2E-3506-60966FFF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9148B0-FD35-CFCD-8D4A-9A149D46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43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49440-815F-7620-24C0-14A11BDF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BA223B-3831-BB69-0436-477D889BC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27ED82-C07E-20C4-7776-9D52E040A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123180-C835-FFA4-BC64-EB6B1805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526E85-9DC6-90AB-CF5C-1C069B0D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E751D5-577D-AD77-EB6B-82AFAB4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86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C169C-7FE4-C87B-F54F-AC87F996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186250-06FF-472A-6CDA-9BC68B271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3E3E93-43B1-A606-A8EE-21CF7E5DF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70E8A6-D343-5D17-3DCE-506445C0E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56AC0F-8943-88EA-10A7-8AD7BF873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5031FD-0534-9861-A5AB-3E3A8BF8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B2ADB39-35EC-E800-FBB0-C175169AB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7E13D4-BC4F-996E-91CB-A4F1097A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05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0F870-9571-64A7-7625-9FBE5C9C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A18AC7-BE5B-3F6D-B53A-43118A033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36A01F-8A95-783A-A008-3680914D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D46500-A8DB-D6BF-50EE-6D827532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278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AA9783-652A-9ABD-37F9-F4C34915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0ABDC9-DE15-09EF-F85E-E93D49F2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C7B7BF-4BFF-C7AD-ED3B-AE132D46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91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B4B90-830D-4805-2AB2-A0B69C0CD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014CF7-701A-9FF4-994E-11D90D8AB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B35391-C4CD-03F8-90E7-AFD234DC6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FC8C17-6642-D1B8-890D-9424F378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59FECA-0FFC-8E28-8B5B-0189F11B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5981B2-89EF-819F-918D-760777A8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5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A6137-EEB7-8E77-CA63-97995995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BFFADA-8F25-52C7-E3D9-337315549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257DD9-C918-A73B-1A99-865071C95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0FD0A1-BA54-8EB3-E5DF-3E28B896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D9A160-3780-D2B7-F8C8-E359B99D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19414C-8EA8-29B1-DB3E-4CB065AC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93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6E406F-5028-4149-E7E4-CF9BBC86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16D6B7-BC2D-99EF-FA86-BFA127CE9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2BEDC6-4DEA-D4E3-70A3-12A71682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338814-E2EB-AEE1-D88F-32446A5C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F627FC-5352-CFA2-A365-52341AB2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53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E96338-9888-A1FB-1C9D-13F12BB13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9285C6-3073-50F2-D871-114BFCD1E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D41CDA-80FB-668F-9534-5BBCB8E7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39F0CB-AE7B-86DE-2FE2-91DED16F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BA2E70-AFD7-3481-C3EC-A334D179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26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CDAD515-70F8-E354-93DB-62677084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9BD5B3-1C82-8D69-D5B7-59226F09D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670388-A5B4-1EEB-89E5-45B397323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6FD93-C201-48D4-93C8-8822AAA9F0C5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E92846-2B1B-414A-C2B5-88B2FACB1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409122-5ADE-BFD9-BCA5-686D58FA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903EA7-91A0-4579-B6FD-99C557BC4E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73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670B59-1EA7-A8EA-3006-7726FB98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4757871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ATIVIDADE DE DESENHO – VISTAS ORTOGONAIS (Ensino </a:t>
            </a:r>
            <a:r>
              <a:rPr lang="en-US" sz="4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Médio</a:t>
            </a: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77D9BE-BF34-6E9E-7F47-EE9B35CB0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Professor: Eduardo Vinicius Costa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53401C8-AB1A-435B-4931-210494BD8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26" t="18823" r="21765" b="21569"/>
          <a:stretch>
            <a:fillRect/>
          </a:stretch>
        </p:blipFill>
        <p:spPr>
          <a:xfrm>
            <a:off x="5644649" y="640080"/>
            <a:ext cx="5233909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3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084B4B-83A3-4F87-32A1-CCD79905C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pt-BR" sz="6600"/>
              <a:t>Sólido 1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0E5BF3-6DE9-29E2-2D31-45BC57569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376" y="640080"/>
            <a:ext cx="3630455" cy="555040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E23A123-51AE-D487-41CB-B3DE541DCED7}"/>
              </a:ext>
            </a:extLst>
          </p:cNvPr>
          <p:cNvSpPr txBox="1">
            <a:spLocks/>
          </p:cNvSpPr>
          <p:nvPr/>
        </p:nvSpPr>
        <p:spPr>
          <a:xfrm rot="2901508">
            <a:off x="6476169" y="5268728"/>
            <a:ext cx="1440927" cy="726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Frente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7365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2B42FB0-85F5-DF46-70A7-9346E097E966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Pilha de Cubos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0510F24-DAC1-4073-0CF3-299228D3C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8429" y="653796"/>
            <a:ext cx="7025833" cy="555040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D363B00-4739-B732-6980-96D6215D5B48}"/>
              </a:ext>
            </a:extLst>
          </p:cNvPr>
          <p:cNvSpPr txBox="1">
            <a:spLocks/>
          </p:cNvSpPr>
          <p:nvPr/>
        </p:nvSpPr>
        <p:spPr>
          <a:xfrm rot="904240">
            <a:off x="6433593" y="5462988"/>
            <a:ext cx="1440927" cy="726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Frente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016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F341BD2-E8BE-3864-1957-2EC784C9201D}"/>
              </a:ext>
            </a:extLst>
          </p:cNvPr>
          <p:cNvSpPr txBox="1">
            <a:spLocks/>
          </p:cNvSpPr>
          <p:nvPr/>
        </p:nvSpPr>
        <p:spPr>
          <a:xfrm>
            <a:off x="638881" y="639193"/>
            <a:ext cx="4219989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Peça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assimétrica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EBDEAF02-DA63-5AA1-4673-4094613379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3190" y="640080"/>
            <a:ext cx="5216827" cy="5550408"/>
          </a:xfrm>
          <a:prstGeom prst="rect">
            <a:avLst/>
          </a:prstGeom>
        </p:spPr>
      </p:pic>
      <p:cxnSp>
        <p:nvCxnSpPr>
          <p:cNvPr id="11" name="Conector: Curvo 10">
            <a:extLst>
              <a:ext uri="{FF2B5EF4-FFF2-40B4-BE49-F238E27FC236}">
                <a16:creationId xmlns:a16="http://schemas.microsoft.com/office/drawing/2014/main" id="{56E824AA-07B0-8380-D8F3-1CE70C71A732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04477" y="1490448"/>
            <a:ext cx="495120" cy="35397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40690906-C461-894E-6D20-14D005A4DDCB}"/>
              </a:ext>
            </a:extLst>
          </p:cNvPr>
          <p:cNvSpPr txBox="1">
            <a:spLocks/>
          </p:cNvSpPr>
          <p:nvPr/>
        </p:nvSpPr>
        <p:spPr>
          <a:xfrm>
            <a:off x="3525267" y="2972"/>
            <a:ext cx="3425669" cy="14987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2400" dirty="0"/>
              <a:t>Furo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formato</a:t>
            </a:r>
            <a:r>
              <a:rPr lang="en-US" sz="2400" dirty="0"/>
              <a:t> </a:t>
            </a:r>
            <a:r>
              <a:rPr lang="en-US" sz="2400" dirty="0" err="1"/>
              <a:t>cilíndrico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atravessa</a:t>
            </a:r>
            <a:r>
              <a:rPr lang="en-US" sz="2400" dirty="0"/>
              <a:t> a </a:t>
            </a:r>
            <a:r>
              <a:rPr lang="en-US" sz="2400" dirty="0" err="1"/>
              <a:t>peça</a:t>
            </a:r>
            <a:r>
              <a:rPr lang="en-US" sz="2400" dirty="0"/>
              <a:t> </a:t>
            </a:r>
            <a:r>
              <a:rPr lang="en-US" sz="2400" dirty="0" err="1"/>
              <a:t>completamente</a:t>
            </a:r>
            <a:r>
              <a:rPr lang="en-US" sz="2400" dirty="0"/>
              <a:t> (da face superior à inferior).</a:t>
            </a: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68EDAFFF-7A5E-CCBE-9C23-ACF354285FEE}"/>
              </a:ext>
            </a:extLst>
          </p:cNvPr>
          <p:cNvSpPr txBox="1">
            <a:spLocks/>
          </p:cNvSpPr>
          <p:nvPr/>
        </p:nvSpPr>
        <p:spPr>
          <a:xfrm rot="1840241">
            <a:off x="5931573" y="5066731"/>
            <a:ext cx="1440927" cy="726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Frente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2575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38E73A1-7A9D-DFDE-8F16-77B5FF26FC6B}"/>
              </a:ext>
            </a:extLst>
          </p:cNvPr>
          <p:cNvSpPr txBox="1">
            <a:spLocks/>
          </p:cNvSpPr>
          <p:nvPr/>
        </p:nvSpPr>
        <p:spPr>
          <a:xfrm>
            <a:off x="638882" y="2904917"/>
            <a:ext cx="3571810" cy="10926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Sólido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66289A6-D75A-AF35-9E4C-388F34F51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8185" y="640080"/>
            <a:ext cx="4606837" cy="555040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98DEB35-B1D3-E6AA-EAF7-51598A18BE34}"/>
              </a:ext>
            </a:extLst>
          </p:cNvPr>
          <p:cNvSpPr txBox="1">
            <a:spLocks/>
          </p:cNvSpPr>
          <p:nvPr/>
        </p:nvSpPr>
        <p:spPr>
          <a:xfrm rot="2978564">
            <a:off x="5830175" y="4991937"/>
            <a:ext cx="1440927" cy="726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Frente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A77C13-FBB1-CA38-DDE7-6354A3F45395}"/>
              </a:ext>
            </a:extLst>
          </p:cNvPr>
          <p:cNvSpPr txBox="1">
            <a:spLocks/>
          </p:cNvSpPr>
          <p:nvPr/>
        </p:nvSpPr>
        <p:spPr>
          <a:xfrm>
            <a:off x="253542" y="4881614"/>
            <a:ext cx="5602059" cy="1092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Desenhe</a:t>
            </a:r>
            <a:r>
              <a:rPr lang="en-US" sz="6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66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</a:t>
            </a:r>
            <a:r>
              <a:rPr lang="en-US" sz="6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também</a:t>
            </a:r>
            <a:r>
              <a:rPr lang="en-US" sz="6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0365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329E0B-AE57-F7E4-F822-63F12B687C40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Sólido 3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AC3E1F0-3C1A-31A4-F707-53A88C89A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92911" y="-34816"/>
            <a:ext cx="4110196" cy="6865384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B9E4FC7-4DFD-5414-EBDA-5C98EBE64F48}"/>
              </a:ext>
            </a:extLst>
          </p:cNvPr>
          <p:cNvSpPr txBox="1">
            <a:spLocks/>
          </p:cNvSpPr>
          <p:nvPr/>
        </p:nvSpPr>
        <p:spPr>
          <a:xfrm rot="974844">
            <a:off x="7686374" y="6127859"/>
            <a:ext cx="1440927" cy="726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Frente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2108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8F4215-E6DF-4673-C74A-28B4BDA34BB7}"/>
              </a:ext>
            </a:extLst>
          </p:cNvPr>
          <p:cNvSpPr txBox="1">
            <a:spLocks/>
          </p:cNvSpPr>
          <p:nvPr/>
        </p:nvSpPr>
        <p:spPr>
          <a:xfrm>
            <a:off x="638881" y="639193"/>
            <a:ext cx="4273777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Peça</a:t>
            </a:r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assimétrica</a:t>
            </a:r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 </a:t>
            </a:r>
            <a:r>
              <a:rPr lang="en-US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rotação</a:t>
            </a:r>
            <a:endParaRPr lang="en-US" sz="6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03864B9-E45F-FC16-307F-DDAEF2789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3271" y="-1010"/>
            <a:ext cx="6205757" cy="6498175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88F8FE3-CDB7-32CE-0452-E42324A5B5A0}"/>
              </a:ext>
            </a:extLst>
          </p:cNvPr>
          <p:cNvSpPr txBox="1">
            <a:spLocks/>
          </p:cNvSpPr>
          <p:nvPr/>
        </p:nvSpPr>
        <p:spPr>
          <a:xfrm rot="1840241">
            <a:off x="6487384" y="5174308"/>
            <a:ext cx="1440927" cy="7266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Frente</a:t>
            </a:r>
            <a:endParaRPr 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57942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57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Tema do Office</vt:lpstr>
      <vt:lpstr>ATIVIDADE DE DESENHO – VISTAS ORTOGONAIS (Ensino Médio)</vt:lpstr>
      <vt:lpstr>Sólido 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 C</dc:creator>
  <cp:lastModifiedBy>EV C</cp:lastModifiedBy>
  <cp:revision>2</cp:revision>
  <dcterms:created xsi:type="dcterms:W3CDTF">2025-11-10T21:47:40Z</dcterms:created>
  <dcterms:modified xsi:type="dcterms:W3CDTF">2026-02-16T23:30:37Z</dcterms:modified>
</cp:coreProperties>
</file>