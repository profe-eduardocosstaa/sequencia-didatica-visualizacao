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6" r:id="rId3"/>
    <p:sldId id="258" r:id="rId4"/>
    <p:sldId id="257" r:id="rId5"/>
    <p:sldId id="259" r:id="rId6"/>
    <p:sldId id="260" r:id="rId7"/>
    <p:sldId id="261" r:id="rId8"/>
    <p:sldId id="267" r:id="rId9"/>
    <p:sldId id="262" r:id="rId10"/>
    <p:sldId id="268" r:id="rId11"/>
    <p:sldId id="263" r:id="rId12"/>
    <p:sldId id="269" r:id="rId13"/>
    <p:sldId id="264" r:id="rId14"/>
    <p:sldId id="270" r:id="rId15"/>
    <p:sldId id="265" r:id="rId16"/>
    <p:sldId id="271" r:id="rId17"/>
    <p:sldId id="266" r:id="rId18"/>
    <p:sldId id="273" r:id="rId19"/>
    <p:sldId id="274" r:id="rId20"/>
    <p:sldId id="275" r:id="rId21"/>
    <p:sldId id="277" r:id="rId22"/>
    <p:sldId id="276" r:id="rId23"/>
    <p:sldId id="279" r:id="rId24"/>
    <p:sldId id="278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507FB0-8CBF-409C-8D41-3C7C457BAA3D}" v="5" dt="2026-02-15T20:19:07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4" autoAdjust="0"/>
    <p:restoredTop sz="94660"/>
  </p:normalViewPr>
  <p:slideViewPr>
    <p:cSldViewPr snapToGrid="0">
      <p:cViewPr varScale="1">
        <p:scale>
          <a:sx n="97" d="100"/>
          <a:sy n="97" d="100"/>
        </p:scale>
        <p:origin x="1398" y="3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 C" userId="3a443a10a3e74642" providerId="LiveId" clId="{D533E3F0-02F0-42C8-B74A-429A8ABDBCF5}"/>
    <pc:docChg chg="custSel addSld delSld modSld sldOrd modMainMaster">
      <pc:chgData name="EV C" userId="3a443a10a3e74642" providerId="LiveId" clId="{D533E3F0-02F0-42C8-B74A-429A8ABDBCF5}" dt="2026-02-16T19:17:13.442" v="231" actId="47"/>
      <pc:docMkLst>
        <pc:docMk/>
      </pc:docMkLst>
      <pc:sldChg chg="modSp mod ord modTransition">
        <pc:chgData name="EV C" userId="3a443a10a3e74642" providerId="LiveId" clId="{D533E3F0-02F0-42C8-B74A-429A8ABDBCF5}" dt="2026-02-15T20:00:06.370" v="145" actId="255"/>
        <pc:sldMkLst>
          <pc:docMk/>
          <pc:sldMk cId="800387234" sldId="272"/>
        </pc:sldMkLst>
        <pc:spChg chg="mod">
          <ac:chgData name="EV C" userId="3a443a10a3e74642" providerId="LiveId" clId="{D533E3F0-02F0-42C8-B74A-429A8ABDBCF5}" dt="2026-02-15T20:00:06.370" v="145" actId="255"/>
          <ac:spMkLst>
            <pc:docMk/>
            <pc:sldMk cId="800387234" sldId="272"/>
            <ac:spMk id="2" creationId="{0EAB2CDF-DDF6-90EE-B46B-322F6ED5F991}"/>
          </ac:spMkLst>
        </pc:spChg>
      </pc:sldChg>
      <pc:sldChg chg="addSp delSp modSp new del mod">
        <pc:chgData name="EV C" userId="3a443a10a3e74642" providerId="LiveId" clId="{D533E3F0-02F0-42C8-B74A-429A8ABDBCF5}" dt="2026-02-16T19:17:13.442" v="231" actId="47"/>
        <pc:sldMkLst>
          <pc:docMk/>
          <pc:sldMk cId="312923283" sldId="280"/>
        </pc:sldMkLst>
        <pc:spChg chg="del">
          <ac:chgData name="EV C" userId="3a443a10a3e74642" providerId="LiveId" clId="{D533E3F0-02F0-42C8-B74A-429A8ABDBCF5}" dt="2026-02-15T20:10:34.087" v="147" actId="478"/>
          <ac:spMkLst>
            <pc:docMk/>
            <pc:sldMk cId="312923283" sldId="280"/>
            <ac:spMk id="2" creationId="{9B4825CE-F3BF-2754-2D4D-809D4ADE9F00}"/>
          </ac:spMkLst>
        </pc:spChg>
        <pc:spChg chg="del">
          <ac:chgData name="EV C" userId="3a443a10a3e74642" providerId="LiveId" clId="{D533E3F0-02F0-42C8-B74A-429A8ABDBCF5}" dt="2026-02-15T20:10:35.579" v="148" actId="478"/>
          <ac:spMkLst>
            <pc:docMk/>
            <pc:sldMk cId="312923283" sldId="280"/>
            <ac:spMk id="3" creationId="{93AA3347-C5B4-8AA8-C134-220A5C8635D8}"/>
          </ac:spMkLst>
        </pc:spChg>
        <pc:spChg chg="add del mod">
          <ac:chgData name="EV C" userId="3a443a10a3e74642" providerId="LiveId" clId="{D533E3F0-02F0-42C8-B74A-429A8ABDBCF5}" dt="2026-02-15T20:14:46.085" v="182" actId="478"/>
          <ac:spMkLst>
            <pc:docMk/>
            <pc:sldMk cId="312923283" sldId="280"/>
            <ac:spMk id="8" creationId="{D578F964-F0D2-B2F4-C31A-6C698CE723D8}"/>
          </ac:spMkLst>
        </pc:spChg>
        <pc:spChg chg="add mod">
          <ac:chgData name="EV C" userId="3a443a10a3e74642" providerId="LiveId" clId="{D533E3F0-02F0-42C8-B74A-429A8ABDBCF5}" dt="2026-02-15T20:16:00.666" v="188" actId="164"/>
          <ac:spMkLst>
            <pc:docMk/>
            <pc:sldMk cId="312923283" sldId="280"/>
            <ac:spMk id="9" creationId="{FA0FBAC2-2204-F2A2-20E4-F27171F5B14F}"/>
          </ac:spMkLst>
        </pc:spChg>
        <pc:spChg chg="add mod">
          <ac:chgData name="EV C" userId="3a443a10a3e74642" providerId="LiveId" clId="{D533E3F0-02F0-42C8-B74A-429A8ABDBCF5}" dt="2026-02-15T20:17:56.260" v="213" actId="1076"/>
          <ac:spMkLst>
            <pc:docMk/>
            <pc:sldMk cId="312923283" sldId="280"/>
            <ac:spMk id="10" creationId="{067F4167-BA74-04EC-7572-46F333D27C95}"/>
          </ac:spMkLst>
        </pc:spChg>
        <pc:spChg chg="add mod">
          <ac:chgData name="EV C" userId="3a443a10a3e74642" providerId="LiveId" clId="{D533E3F0-02F0-42C8-B74A-429A8ABDBCF5}" dt="2026-02-15T20:18:05.108" v="214" actId="1076"/>
          <ac:spMkLst>
            <pc:docMk/>
            <pc:sldMk cId="312923283" sldId="280"/>
            <ac:spMk id="12" creationId="{5795F2BB-3B31-08B2-BED5-C2F13A4877AC}"/>
          </ac:spMkLst>
        </pc:spChg>
        <pc:spChg chg="add mod">
          <ac:chgData name="EV C" userId="3a443a10a3e74642" providerId="LiveId" clId="{D533E3F0-02F0-42C8-B74A-429A8ABDBCF5}" dt="2026-02-15T20:19:04.448" v="226" actId="1076"/>
          <ac:spMkLst>
            <pc:docMk/>
            <pc:sldMk cId="312923283" sldId="280"/>
            <ac:spMk id="13" creationId="{8C8E4579-D59A-6A72-489E-4D261C0CB509}"/>
          </ac:spMkLst>
        </pc:spChg>
        <pc:spChg chg="add mod">
          <ac:chgData name="EV C" userId="3a443a10a3e74642" providerId="LiveId" clId="{D533E3F0-02F0-42C8-B74A-429A8ABDBCF5}" dt="2026-02-15T20:19:19.417" v="230" actId="20577"/>
          <ac:spMkLst>
            <pc:docMk/>
            <pc:sldMk cId="312923283" sldId="280"/>
            <ac:spMk id="14" creationId="{AAB2CC9A-7A56-3BDC-BE31-BE99151472CF}"/>
          </ac:spMkLst>
        </pc:spChg>
        <pc:grpChg chg="add mod">
          <ac:chgData name="EV C" userId="3a443a10a3e74642" providerId="LiveId" clId="{D533E3F0-02F0-42C8-B74A-429A8ABDBCF5}" dt="2026-02-15T20:16:04.747" v="204" actId="1038"/>
          <ac:grpSpMkLst>
            <pc:docMk/>
            <pc:sldMk cId="312923283" sldId="280"/>
            <ac:grpSpMk id="11" creationId="{834BAD0E-1C89-81BE-A89A-92D7F25737A9}"/>
          </ac:grpSpMkLst>
        </pc:grpChg>
        <pc:picChg chg="add mod">
          <ac:chgData name="EV C" userId="3a443a10a3e74642" providerId="LiveId" clId="{D533E3F0-02F0-42C8-B74A-429A8ABDBCF5}" dt="2026-02-15T20:16:00.666" v="188" actId="164"/>
          <ac:picMkLst>
            <pc:docMk/>
            <pc:sldMk cId="312923283" sldId="280"/>
            <ac:picMk id="5" creationId="{115BB187-65B8-B0C4-3D8C-6C2B76ED2C40}"/>
          </ac:picMkLst>
        </pc:picChg>
        <pc:picChg chg="add mod">
          <ac:chgData name="EV C" userId="3a443a10a3e74642" providerId="LiveId" clId="{D533E3F0-02F0-42C8-B74A-429A8ABDBCF5}" dt="2026-02-15T20:15:10.995" v="185" actId="1076"/>
          <ac:picMkLst>
            <pc:docMk/>
            <pc:sldMk cId="312923283" sldId="280"/>
            <ac:picMk id="7" creationId="{11B97B02-AED8-79CE-9CF2-2992FA4A210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EA5E4-9D0D-0EEF-7997-A813A3E5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865177-3976-8215-14BB-656EC64DF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AD8CBF-5489-6E55-C376-D2FE2E788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7BA5-7EC1-4D91-A45A-98AA817D9B69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771983-54EC-44DB-2FDD-C16E8767B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BE567B-D271-7E60-0FC4-6ADCB4D37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990E-73A8-47E6-9AD0-C16F242E0F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2663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294063-8335-5F56-C664-E58C72A98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7AC07F-7A37-A67E-13AF-30F91A23D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5538EB-7927-9708-A4C4-F8EDF7F18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7BA5-7EC1-4D91-A45A-98AA817D9B69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919F1F-A36E-511E-41FB-6DA5E053A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723D08-3836-9780-3D3A-F69FDA026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990E-73A8-47E6-9AD0-C16F242E0F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271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5DD45-69F4-BF23-6336-D7F2C30E8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B35BD3-4E91-9DA6-CCD0-4D2BC99E7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73AA4B-14EF-04A6-5A47-B8A8B259F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7BA5-7EC1-4D91-A45A-98AA817D9B69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A1A4EB-6764-F1A2-5530-5EB7F355B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8A99C2-1901-BE8A-9B6E-74D879EE8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990E-73A8-47E6-9AD0-C16F242E0F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5366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237B93-9AE7-89D5-C6D9-94A453323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0D2FDA-6534-F601-4D42-97E4DEBD81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3F748B1-412E-19C9-5E05-489C7A037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3343F4-CADF-29AC-8521-303AEA5C3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7BA5-7EC1-4D91-A45A-98AA817D9B69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44B27EC-B048-0060-6617-F3BD86B9E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A7962E1-87BE-E25A-252B-41A01903D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990E-73A8-47E6-9AD0-C16F242E0F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04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64974-0EAF-F662-748B-E889B7B5B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2FED99-E5F3-6346-0BD8-3C9C0DE44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E50CD6-DB23-4916-0726-3D49FE57D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7C41EDB-D879-8270-20D1-8E68ED325E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45F44C6-0FD5-4319-6F66-C0C79F2F16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814625F-8CD1-D56F-BE34-22F1FA229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7BA5-7EC1-4D91-A45A-98AA817D9B69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5E253DC-C924-7F26-7A55-EDA7AA3BF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8FE07B6-EB23-CA24-AF4E-FBC160FF7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990E-73A8-47E6-9AD0-C16F242E0F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018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7D858-F817-42C1-BD43-1A4F3B39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FC5B1EE-C957-28DE-B1C7-11D97FEA0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7BA5-7EC1-4D91-A45A-98AA817D9B69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6575503-5ABC-4C62-0D06-8F9E5514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EDC02E-B202-9110-6A2D-0EC10A594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990E-73A8-47E6-9AD0-C16F242E0F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1274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0F16389-686B-7FDF-E03F-0B36CDBD2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7BA5-7EC1-4D91-A45A-98AA817D9B69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3922205-95B1-1E7F-7F82-9299C8560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F992A93-F32E-81C6-5696-3DFCE30B3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990E-73A8-47E6-9AD0-C16F242E0F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65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40F872-9D4B-B018-F0A0-A98F59764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505FF4-B2E0-E225-CF24-7239764BE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AA9C57A-1906-C59C-D130-FCBC8AF08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2179822-9E1E-4F85-2DD5-AC8D910E1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7BA5-7EC1-4D91-A45A-98AA817D9B69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B5CC66-9E2E-84A8-B004-3A872F7C7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C8E9B80-A8E9-5CF9-428A-C3F90F48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990E-73A8-47E6-9AD0-C16F242E0F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083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B07E27-0A9D-67C4-99FF-E0205F1B5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B7624E9-9E2B-3FC0-0316-E402964A32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48298A2-36FC-AA25-D443-26BEB17D0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E1F3ED-4454-E8C9-9DB8-D34F326D5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7BA5-7EC1-4D91-A45A-98AA817D9B69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4B6751-A873-D8D4-8482-983F3B74F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0EEDEA4-BA13-2E5B-1719-8897E75B2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990E-73A8-47E6-9AD0-C16F242E0F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8042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DB98FD-C013-7A26-11E9-997EF6905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1B0F06C-6FF6-2168-00B1-B08AC9C9F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9ED447-31AA-7F43-96C8-E3A2B74F1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7BA5-7EC1-4D91-A45A-98AA817D9B69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49F0E4-DF08-1A9C-21DF-D2D863422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95D74A-36E8-B882-C098-C26292710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990E-73A8-47E6-9AD0-C16F242E0F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75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F24650C-451C-0F25-2DCB-E13ECF3C57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9DED5A4-E33A-0B3E-4354-930DCBA71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DF5C0F-A669-5721-0DB0-72E8D843D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7BA5-7EC1-4D91-A45A-98AA817D9B69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9419D8-4611-6670-F097-1814905E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04F0FC-A5EF-0985-E54B-D100952F1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990E-73A8-47E6-9AD0-C16F242E0F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620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2A07B71-AA4C-CE55-644C-29FFE5559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D59ED7-51ED-1D51-26B0-F19C32537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8E0486-08E6-0788-075A-CA2C4F856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7F7BA5-7EC1-4D91-A45A-98AA817D9B69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6E47F4-7AA4-02C7-44F2-8A7B355CA3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7F7164-FF32-437D-86E0-5E8E9D88F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6F990E-73A8-47E6-9AD0-C16F242E0F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802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AB2CDF-DDF6-90EE-B46B-322F6ED5F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200" dirty="0">
                <a:latin typeface="Elephant" panose="02020904090505020303" pitchFamily="18" charset="0"/>
              </a:rPr>
              <a:t>Atividade 1 – Percepção e Memória Visual de Sólidos Geométricos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DA870C-065B-E42E-49AF-82EA522A9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INSTRUÇÕES: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Olhou, sumiu, anote. Faça o esboço imediatamente após a imagem desaparecer;</a:t>
            </a:r>
          </a:p>
          <a:p>
            <a:pPr marL="514350" indent="-514350" algn="just">
              <a:buFont typeface="+mj-lt"/>
              <a:buAutoNum type="arabicPeriod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traços simples; não se preocupe com perfeição artística;</a:t>
            </a:r>
          </a:p>
          <a:p>
            <a:pPr marL="514350" indent="-514350" algn="just">
              <a:buFont typeface="+mj-lt"/>
              <a:buAutoNum type="arabicPeriod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não souber o nome técnico, deixe em branco ou escreva “?” – voltaremos a ele na discussão;</a:t>
            </a:r>
          </a:p>
          <a:p>
            <a:pPr marL="514350" indent="-514350" algn="just">
              <a:buFont typeface="+mj-lt"/>
              <a:buAutoNum type="arabicPeriod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Campo 7 (“marcas ou notas”) é livre: qualquer detalhe, cor, posição, “aparentava ter tampa”, “parecia latinha”, etc.;</a:t>
            </a:r>
          </a:p>
          <a:p>
            <a:pPr marL="514350" indent="-514350" algn="just">
              <a:buFont typeface="+mj-lt"/>
              <a:buAutoNum type="arabicPeriod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Marque sua confiança geral na última coluna.</a:t>
            </a:r>
          </a:p>
          <a:p>
            <a:pPr marL="514350" indent="-514350">
              <a:buFont typeface="+mj-lt"/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0387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1000">
        <p14:prism/>
      </p:transition>
    </mc:Choice>
    <mc:Fallback xmlns="">
      <p:transition advTm="1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115D67D-BA84-0320-4412-BF82B5EC3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788" y="1149527"/>
            <a:ext cx="4464423" cy="455894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F743C56-FFB7-5375-9E50-A933AF7C0E63}"/>
              </a:ext>
            </a:extLst>
          </p:cNvPr>
          <p:cNvSpPr txBox="1"/>
          <p:nvPr/>
        </p:nvSpPr>
        <p:spPr>
          <a:xfrm>
            <a:off x="1721224" y="376518"/>
            <a:ext cx="1595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</a:p>
        </p:txBody>
      </p:sp>
    </p:spTree>
    <p:extLst>
      <p:ext uri="{BB962C8B-B14F-4D97-AF65-F5344CB8AC3E}">
        <p14:creationId xmlns:p14="http://schemas.microsoft.com/office/powerpoint/2010/main" val="4223333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EFD86FD-5D4A-4868-4880-949FD54C9063}"/>
              </a:ext>
            </a:extLst>
          </p:cNvPr>
          <p:cNvSpPr txBox="1"/>
          <p:nvPr/>
        </p:nvSpPr>
        <p:spPr>
          <a:xfrm>
            <a:off x="941294" y="1166842"/>
            <a:ext cx="103094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>
                <a:latin typeface="Elephant" panose="02020904090505020303" pitchFamily="18" charset="0"/>
                <a:cs typeface="Times New Roman" panose="02020603050405020304" pitchFamily="18" charset="0"/>
              </a:rPr>
              <a:t>MOMENTO DE RESPONDER</a:t>
            </a:r>
          </a:p>
        </p:txBody>
      </p:sp>
    </p:spTree>
    <p:extLst>
      <p:ext uri="{BB962C8B-B14F-4D97-AF65-F5344CB8AC3E}">
        <p14:creationId xmlns:p14="http://schemas.microsoft.com/office/powerpoint/2010/main" val="897962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E3BE6-82D6-3135-D006-3F4D02487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83F69CF4-C4AB-0CC5-6549-AD0A8A34E7DA}"/>
              </a:ext>
            </a:extLst>
          </p:cNvPr>
          <p:cNvSpPr txBox="1"/>
          <p:nvPr/>
        </p:nvSpPr>
        <p:spPr>
          <a:xfrm>
            <a:off x="1721224" y="376518"/>
            <a:ext cx="1595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47BD2F5-E81B-79F0-668C-879544084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976" y="1613612"/>
            <a:ext cx="9286047" cy="501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86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C92BF-F372-C150-7290-53A87A5BD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7BE8309-9C1F-0DD9-1189-13811F5AA146}"/>
              </a:ext>
            </a:extLst>
          </p:cNvPr>
          <p:cNvSpPr txBox="1"/>
          <p:nvPr/>
        </p:nvSpPr>
        <p:spPr>
          <a:xfrm>
            <a:off x="941294" y="1166842"/>
            <a:ext cx="103094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>
                <a:latin typeface="Elephant" panose="02020904090505020303" pitchFamily="18" charset="0"/>
                <a:cs typeface="Times New Roman" panose="02020603050405020304" pitchFamily="18" charset="0"/>
              </a:rPr>
              <a:t>MOMENTO DE RESPONDER</a:t>
            </a:r>
          </a:p>
        </p:txBody>
      </p:sp>
    </p:spTree>
    <p:extLst>
      <p:ext uri="{BB962C8B-B14F-4D97-AF65-F5344CB8AC3E}">
        <p14:creationId xmlns:p14="http://schemas.microsoft.com/office/powerpoint/2010/main" val="4140380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32F22-AD33-3DC3-8421-BD1DA7B64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4377B073-7A9C-4265-DC12-ECBC71602364}"/>
              </a:ext>
            </a:extLst>
          </p:cNvPr>
          <p:cNvSpPr txBox="1"/>
          <p:nvPr/>
        </p:nvSpPr>
        <p:spPr>
          <a:xfrm>
            <a:off x="1721224" y="376518"/>
            <a:ext cx="1595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746D2DE-00E4-B4DE-FD2E-640B0F0EF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870" y="678873"/>
            <a:ext cx="3998259" cy="617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598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38442-93AC-6FE7-B57E-B01730EF1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1A64C32-E60A-DA38-3D3D-ADEA66EE3582}"/>
              </a:ext>
            </a:extLst>
          </p:cNvPr>
          <p:cNvSpPr txBox="1"/>
          <p:nvPr/>
        </p:nvSpPr>
        <p:spPr>
          <a:xfrm>
            <a:off x="941294" y="1166842"/>
            <a:ext cx="103094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>
                <a:latin typeface="Elephant" panose="02020904090505020303" pitchFamily="18" charset="0"/>
                <a:cs typeface="Times New Roman" panose="02020603050405020304" pitchFamily="18" charset="0"/>
              </a:rPr>
              <a:t>MOMENTO DE RESPONDER</a:t>
            </a:r>
          </a:p>
        </p:txBody>
      </p:sp>
    </p:spTree>
    <p:extLst>
      <p:ext uri="{BB962C8B-B14F-4D97-AF65-F5344CB8AC3E}">
        <p14:creationId xmlns:p14="http://schemas.microsoft.com/office/powerpoint/2010/main" val="184150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83DCC-C8C9-E2B1-812A-B2AA00F40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87FCD3DB-0BFA-240D-C13F-B441C2D13E4E}"/>
              </a:ext>
            </a:extLst>
          </p:cNvPr>
          <p:cNvSpPr txBox="1"/>
          <p:nvPr/>
        </p:nvSpPr>
        <p:spPr>
          <a:xfrm>
            <a:off x="1721224" y="376518"/>
            <a:ext cx="1595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B8B5F620-8CC9-2FF6-C3A2-AE4103EE5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943" y="527644"/>
            <a:ext cx="5325034" cy="606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80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8AE8C-1129-9FAE-4F90-D671DB4B5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2F141E3-64A8-3729-B4BA-2AD794A8DF55}"/>
              </a:ext>
            </a:extLst>
          </p:cNvPr>
          <p:cNvSpPr txBox="1"/>
          <p:nvPr/>
        </p:nvSpPr>
        <p:spPr>
          <a:xfrm>
            <a:off x="941294" y="1166842"/>
            <a:ext cx="103094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>
                <a:latin typeface="Elephant" panose="02020904090505020303" pitchFamily="18" charset="0"/>
                <a:cs typeface="Times New Roman" panose="02020603050405020304" pitchFamily="18" charset="0"/>
              </a:rPr>
              <a:t>MOMENTO DE RESPONDER</a:t>
            </a:r>
          </a:p>
        </p:txBody>
      </p:sp>
    </p:spTree>
    <p:extLst>
      <p:ext uri="{BB962C8B-B14F-4D97-AF65-F5344CB8AC3E}">
        <p14:creationId xmlns:p14="http://schemas.microsoft.com/office/powerpoint/2010/main" val="2384751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99FAB-4B10-4829-4BD6-98A3318D8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C79FAA7A-55A7-A853-3A16-C19944C5AA57}"/>
              </a:ext>
            </a:extLst>
          </p:cNvPr>
          <p:cNvSpPr txBox="1"/>
          <p:nvPr/>
        </p:nvSpPr>
        <p:spPr>
          <a:xfrm>
            <a:off x="1721224" y="376518"/>
            <a:ext cx="1595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2C9D1E3-971A-07F6-D7D4-2A8BD926B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0276" y="609600"/>
            <a:ext cx="6124784" cy="611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33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E1392-2F59-B515-0596-2116FE565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EBCC404-6C7C-DA81-F484-2D47D9255173}"/>
              </a:ext>
            </a:extLst>
          </p:cNvPr>
          <p:cNvSpPr txBox="1"/>
          <p:nvPr/>
        </p:nvSpPr>
        <p:spPr>
          <a:xfrm>
            <a:off x="941294" y="1166842"/>
            <a:ext cx="103094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>
                <a:latin typeface="Elephant" panose="02020904090505020303" pitchFamily="18" charset="0"/>
                <a:cs typeface="Times New Roman" panose="02020603050405020304" pitchFamily="18" charset="0"/>
              </a:rPr>
              <a:t>MOMENTO DE RESPONDER</a:t>
            </a:r>
          </a:p>
        </p:txBody>
      </p:sp>
    </p:spTree>
    <p:extLst>
      <p:ext uri="{BB962C8B-B14F-4D97-AF65-F5344CB8AC3E}">
        <p14:creationId xmlns:p14="http://schemas.microsoft.com/office/powerpoint/2010/main" val="3213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44BFE-43BD-5740-827F-3BB4DDC1E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6B10AF9-8B82-BEA2-9B4E-9680FA2F80AB}"/>
              </a:ext>
            </a:extLst>
          </p:cNvPr>
          <p:cNvSpPr txBox="1"/>
          <p:nvPr/>
        </p:nvSpPr>
        <p:spPr>
          <a:xfrm>
            <a:off x="1721224" y="376518"/>
            <a:ext cx="1595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F)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45B7555-6E14-71ED-7C46-A0F537D54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364" y="681318"/>
            <a:ext cx="3615529" cy="601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006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B3DC7-C335-C91A-DD04-991D4B59A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00B92B3-3E83-7468-4E20-A20024EC5D09}"/>
              </a:ext>
            </a:extLst>
          </p:cNvPr>
          <p:cNvSpPr txBox="1"/>
          <p:nvPr/>
        </p:nvSpPr>
        <p:spPr>
          <a:xfrm>
            <a:off x="941294" y="1166842"/>
            <a:ext cx="103094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>
                <a:latin typeface="Elephant" panose="02020904090505020303" pitchFamily="18" charset="0"/>
                <a:cs typeface="Times New Roman" panose="02020603050405020304" pitchFamily="18" charset="0"/>
              </a:rPr>
              <a:t>MOMENTO DE RESPONDER</a:t>
            </a:r>
          </a:p>
        </p:txBody>
      </p:sp>
    </p:spTree>
    <p:extLst>
      <p:ext uri="{BB962C8B-B14F-4D97-AF65-F5344CB8AC3E}">
        <p14:creationId xmlns:p14="http://schemas.microsoft.com/office/powerpoint/2010/main" val="3652293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C552B-D4BD-CA70-D91B-1F297FD8C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4BD66B90-17CF-EB84-5BC0-B28B34B401A4}"/>
              </a:ext>
            </a:extLst>
          </p:cNvPr>
          <p:cNvSpPr txBox="1"/>
          <p:nvPr/>
        </p:nvSpPr>
        <p:spPr>
          <a:xfrm>
            <a:off x="1721224" y="376518"/>
            <a:ext cx="1595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98004DD-4A2A-DD68-7CD4-BCBCE85CB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495" y="1011999"/>
            <a:ext cx="3424517" cy="534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773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B1134-B58B-6F2F-9508-BE2475F37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94C5A5A-EDD0-CA82-F0AE-5B3BD2A806A9}"/>
              </a:ext>
            </a:extLst>
          </p:cNvPr>
          <p:cNvSpPr txBox="1"/>
          <p:nvPr/>
        </p:nvSpPr>
        <p:spPr>
          <a:xfrm>
            <a:off x="941294" y="1166842"/>
            <a:ext cx="103094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>
                <a:latin typeface="Elephant" panose="02020904090505020303" pitchFamily="18" charset="0"/>
                <a:cs typeface="Times New Roman" panose="02020603050405020304" pitchFamily="18" charset="0"/>
              </a:rPr>
              <a:t>MOMENTO DE RESPONDER</a:t>
            </a:r>
          </a:p>
        </p:txBody>
      </p:sp>
    </p:spTree>
    <p:extLst>
      <p:ext uri="{BB962C8B-B14F-4D97-AF65-F5344CB8AC3E}">
        <p14:creationId xmlns:p14="http://schemas.microsoft.com/office/powerpoint/2010/main" val="3488399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ADA97-E8D8-51BE-FB6B-97229849E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D321FF8-074C-612C-21C7-F85DB6BBCFED}"/>
              </a:ext>
            </a:extLst>
          </p:cNvPr>
          <p:cNvSpPr txBox="1"/>
          <p:nvPr/>
        </p:nvSpPr>
        <p:spPr>
          <a:xfrm>
            <a:off x="1721224" y="376518"/>
            <a:ext cx="1595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H)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152DE27-0197-A745-4798-38F33FBCD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1064645"/>
            <a:ext cx="3675529" cy="554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415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72B8C-A59F-3E3A-5A27-AEE2699DB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5CE1B65A-6314-CFDB-58B8-E36411EF211E}"/>
              </a:ext>
            </a:extLst>
          </p:cNvPr>
          <p:cNvSpPr txBox="1"/>
          <p:nvPr/>
        </p:nvSpPr>
        <p:spPr>
          <a:xfrm>
            <a:off x="941294" y="1166842"/>
            <a:ext cx="103094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>
                <a:latin typeface="Elephant" panose="02020904090505020303" pitchFamily="18" charset="0"/>
                <a:cs typeface="Times New Roman" panose="02020603050405020304" pitchFamily="18" charset="0"/>
              </a:rPr>
              <a:t>MOMENTO DE RESPONDER</a:t>
            </a:r>
          </a:p>
        </p:txBody>
      </p:sp>
    </p:spTree>
    <p:extLst>
      <p:ext uri="{BB962C8B-B14F-4D97-AF65-F5344CB8AC3E}">
        <p14:creationId xmlns:p14="http://schemas.microsoft.com/office/powerpoint/2010/main" val="1270964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B266A-0A10-4896-6BF4-AD5F7143A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121CCFFB-1DCF-8010-4D0F-F6DC7980EA3D}"/>
              </a:ext>
            </a:extLst>
          </p:cNvPr>
          <p:cNvSpPr txBox="1"/>
          <p:nvPr/>
        </p:nvSpPr>
        <p:spPr>
          <a:xfrm>
            <a:off x="1721224" y="376518"/>
            <a:ext cx="1595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9FD3168-D956-C840-1122-54408FA5D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6942" y="838183"/>
            <a:ext cx="6293223" cy="62932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9777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A1693-622B-889F-5A5A-CBA4B2EAC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8963643D-06B4-C935-D419-48789214EBB1}"/>
              </a:ext>
            </a:extLst>
          </p:cNvPr>
          <p:cNvSpPr txBox="1"/>
          <p:nvPr/>
        </p:nvSpPr>
        <p:spPr>
          <a:xfrm>
            <a:off x="941294" y="1166842"/>
            <a:ext cx="103094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>
                <a:latin typeface="Elephant" panose="02020904090505020303" pitchFamily="18" charset="0"/>
                <a:cs typeface="Times New Roman" panose="02020603050405020304" pitchFamily="18" charset="0"/>
              </a:rPr>
              <a:t>MOMENTO DE RESPONDER</a:t>
            </a:r>
          </a:p>
        </p:txBody>
      </p:sp>
    </p:spTree>
    <p:extLst>
      <p:ext uri="{BB962C8B-B14F-4D97-AF65-F5344CB8AC3E}">
        <p14:creationId xmlns:p14="http://schemas.microsoft.com/office/powerpoint/2010/main" val="270593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7D913-D420-5431-22C0-329BB2032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4D0716EE-25F0-E066-218E-C74453DA8653}"/>
              </a:ext>
            </a:extLst>
          </p:cNvPr>
          <p:cNvSpPr txBox="1"/>
          <p:nvPr/>
        </p:nvSpPr>
        <p:spPr>
          <a:xfrm>
            <a:off x="1721224" y="376518"/>
            <a:ext cx="1595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J)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BD4D7FB-7DD2-A5E5-97A5-EA301A4E7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382" y="1436854"/>
            <a:ext cx="5552442" cy="504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02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AD3AD-A685-D9C6-CD45-4055B8CEA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13ED562-840D-8E02-56D0-7FCD92F5FF2D}"/>
              </a:ext>
            </a:extLst>
          </p:cNvPr>
          <p:cNvSpPr txBox="1"/>
          <p:nvPr/>
        </p:nvSpPr>
        <p:spPr>
          <a:xfrm>
            <a:off x="941294" y="1166842"/>
            <a:ext cx="103094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>
                <a:latin typeface="Elephant" panose="02020904090505020303" pitchFamily="18" charset="0"/>
                <a:cs typeface="Times New Roman" panose="02020603050405020304" pitchFamily="18" charset="0"/>
              </a:rPr>
              <a:t>MOMENTO DE RESPONDER</a:t>
            </a:r>
          </a:p>
        </p:txBody>
      </p:sp>
    </p:spTree>
    <p:extLst>
      <p:ext uri="{BB962C8B-B14F-4D97-AF65-F5344CB8AC3E}">
        <p14:creationId xmlns:p14="http://schemas.microsoft.com/office/powerpoint/2010/main" val="2393192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3F290-2BF5-F591-B55A-B80B28DBC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4666863A-F32C-C0C5-03CD-9D9C9549F293}"/>
              </a:ext>
            </a:extLst>
          </p:cNvPr>
          <p:cNvSpPr txBox="1"/>
          <p:nvPr/>
        </p:nvSpPr>
        <p:spPr>
          <a:xfrm>
            <a:off x="1721224" y="376518"/>
            <a:ext cx="1595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916059A-2A2F-6C6A-F7B0-83369848D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117" y="1057835"/>
            <a:ext cx="5647765" cy="542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79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8C736-5A94-E302-4FC1-FD03F1698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363AF0D-FCB1-4DE7-B1BB-3D60F3AD8579}"/>
              </a:ext>
            </a:extLst>
          </p:cNvPr>
          <p:cNvSpPr txBox="1"/>
          <p:nvPr/>
        </p:nvSpPr>
        <p:spPr>
          <a:xfrm>
            <a:off x="941294" y="1166842"/>
            <a:ext cx="103094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>
                <a:latin typeface="Elephant" panose="02020904090505020303" pitchFamily="18" charset="0"/>
                <a:cs typeface="Times New Roman" panose="02020603050405020304" pitchFamily="18" charset="0"/>
              </a:rPr>
              <a:t>MOMENTO DE RESPONDER</a:t>
            </a:r>
          </a:p>
        </p:txBody>
      </p:sp>
    </p:spTree>
    <p:extLst>
      <p:ext uri="{BB962C8B-B14F-4D97-AF65-F5344CB8AC3E}">
        <p14:creationId xmlns:p14="http://schemas.microsoft.com/office/powerpoint/2010/main" val="561538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D6D90-2193-FA10-FA5B-7D31FE195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A00D02DF-4DE5-97EE-33CB-4DB08D0A712D}"/>
              </a:ext>
            </a:extLst>
          </p:cNvPr>
          <p:cNvSpPr txBox="1"/>
          <p:nvPr/>
        </p:nvSpPr>
        <p:spPr>
          <a:xfrm>
            <a:off x="1721224" y="376518"/>
            <a:ext cx="1595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L)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C8D50E1-F564-13CD-BB6A-409B4E164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766" y="1034013"/>
            <a:ext cx="5791198" cy="554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974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151</Words>
  <Application>Microsoft Office PowerPoint</Application>
  <PresentationFormat>Widescreen</PresentationFormat>
  <Paragraphs>34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Elephant</vt:lpstr>
      <vt:lpstr>Times New Roman</vt:lpstr>
      <vt:lpstr>Tema do Office</vt:lpstr>
      <vt:lpstr>Atividade 1 – Percepção e Memória Visual de Sólidos Geométricos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 C</dc:creator>
  <cp:lastModifiedBy>EV C</cp:lastModifiedBy>
  <cp:revision>3</cp:revision>
  <dcterms:created xsi:type="dcterms:W3CDTF">2025-09-22T01:34:54Z</dcterms:created>
  <dcterms:modified xsi:type="dcterms:W3CDTF">2026-02-16T19:17:21Z</dcterms:modified>
</cp:coreProperties>
</file>